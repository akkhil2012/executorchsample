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qXdqETs+05tY6lxEs5DNwZp2b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2004"/>
            <a:ext cx="109728" cy="5111496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4400"/>
              <a:buFont typeface="Calibri"/>
              <a:buNone/>
            </a:pPr>
            <a:r>
              <a:rPr b="1" i="0" lang="en-US" sz="4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AI Edge Inference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50" y="1920249"/>
            <a:ext cx="8287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4400"/>
              <a:buFont typeface="Calibri"/>
              <a:buNone/>
            </a:pPr>
            <a:r>
              <a:rPr b="1" i="0" lang="en-US" sz="41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using ExecuTorch: </a:t>
            </a:r>
            <a:r>
              <a:rPr b="1" i="0" lang="en-US" sz="41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Agenda for de</a:t>
            </a:r>
            <a:r>
              <a:rPr b="1" lang="en-US" sz="41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mo on 11 April</a:t>
            </a:r>
            <a:endParaRPr b="0" i="0" sz="41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834640"/>
            <a:ext cx="1828800" cy="3291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28346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560320" y="2834640"/>
            <a:ext cx="1828800" cy="3291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560320" y="28346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ExecuTorch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0" y="2834640"/>
            <a:ext cx="1828800" cy="3291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0" y="28346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HuggingFace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583680" y="2834640"/>
            <a:ext cx="1828800" cy="3291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583680" y="28346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Phi-3 Mini  ·  On-Device  ·  Data Sovereign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8da4w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ExecuTorch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XNNPACK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ARM NEON 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100%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data sovereignty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Why edge AI inference?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Sovereignty and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11480" y="1234440"/>
            <a:ext cx="585216" cy="585216"/>
          </a:xfrm>
          <a:prstGeom prst="ellipse">
            <a:avLst/>
          </a:prstGeom>
          <a:solidFill>
            <a:srgbClr val="3D9E85">
              <a:alpha val="14901"/>
            </a:srgbClr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3441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143000" y="1261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Sovereign On-Device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43000" y="16002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Your data never leaves the phone. Ever.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11480" y="1920240"/>
            <a:ext cx="8321040" cy="9144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11480" y="1993392"/>
            <a:ext cx="55778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11480" y="1993392"/>
            <a:ext cx="54864" cy="804672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94360" y="2148840"/>
            <a:ext cx="493776" cy="493776"/>
          </a:xfrm>
          <a:prstGeom prst="ellipse">
            <a:avLst/>
          </a:prstGeom>
          <a:solidFill>
            <a:srgbClr val="3D9E85">
              <a:alpha val="14901"/>
            </a:srgbClr>
          </a:solidFill>
          <a:ln cap="flat" cmpd="sng" w="1015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22311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1243584" y="2084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Zero network calls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43584" y="2377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After one-time model download, INTERNET permission goes permanently unused. Works in full airplane mode.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11480" y="2907792"/>
            <a:ext cx="55778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11480" y="2907792"/>
            <a:ext cx="54864" cy="804672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94360" y="3063240"/>
            <a:ext cx="493776" cy="493776"/>
          </a:xfrm>
          <a:prstGeom prst="ellipse">
            <a:avLst/>
          </a:prstGeom>
          <a:solidFill>
            <a:srgbClr val="6B63C4">
              <a:alpha val="14901"/>
            </a:srgbClr>
          </a:solidFill>
          <a:ln cap="flat" cmpd="sng" w="1015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31455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243584" y="29992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On-chip INT8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243584" y="3291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ExecuTorch + XNNPACK runs INT8 kernels on ARM NEON. Model loaded directly from filesDir into device RAM.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11480" y="3822192"/>
            <a:ext cx="55778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11480" y="3822192"/>
            <a:ext cx="54864" cy="804672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94360" y="3977640"/>
            <a:ext cx="493776" cy="493776"/>
          </a:xfrm>
          <a:prstGeom prst="ellipse">
            <a:avLst/>
          </a:prstGeom>
          <a:solidFill>
            <a:srgbClr val="C47B4A">
              <a:alpha val="14901"/>
            </a:srgbClr>
          </a:solidFill>
          <a:ln cap="flat" cmpd="sng" w="1015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40599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1243584" y="39136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Prompts stay private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243584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Input and output tokens never serialised to disk or network. No telemetry, no logging, no cloud round-trip.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327648" y="1901952"/>
            <a:ext cx="2523744" cy="2907792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400800" y="197510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Runtime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400800" y="2322576"/>
            <a:ext cx="2377440" cy="457200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E3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400800" y="235915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User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400800" y="257860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typed on device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479792" y="277977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400800" y="2980944"/>
            <a:ext cx="2377440" cy="457200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400800" y="301752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ExecuTorch 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400800" y="323697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Module.forward()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479792" y="343814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400800" y="3639312"/>
            <a:ext cx="2377440" cy="457200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400800" y="367588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82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820"/>
                </a:solidFill>
                <a:latin typeface="Calibri"/>
                <a:ea typeface="Calibri"/>
                <a:cs typeface="Calibri"/>
                <a:sym typeface="Calibri"/>
              </a:rPr>
              <a:t>XNNPACK INT8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00800" y="389534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82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41820"/>
                </a:solidFill>
                <a:latin typeface="Calibri"/>
                <a:ea typeface="Calibri"/>
                <a:cs typeface="Calibri"/>
                <a:sym typeface="Calibri"/>
              </a:rPr>
              <a:t>ARM NEON kernels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479792" y="4096512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400800" y="4297680"/>
            <a:ext cx="2377440" cy="457200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E3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400800" y="433425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Token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400800" y="455371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displayed on screen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327648" y="4608576"/>
            <a:ext cx="2523744" cy="201168"/>
          </a:xfrm>
          <a:prstGeom prst="rect">
            <a:avLst/>
          </a:prstGeom>
          <a:solidFill>
            <a:srgbClr val="1A1010"/>
          </a:solidFill>
          <a:ln cap="flat" cmpd="sng" w="9525">
            <a:solidFill>
              <a:srgbClr val="8B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327648" y="4613148"/>
            <a:ext cx="25237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07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7070"/>
                </a:solidFill>
                <a:latin typeface="Calibri"/>
                <a:ea typeface="Calibri"/>
                <a:cs typeface="Calibri"/>
                <a:sym typeface="Calibri"/>
              </a:rPr>
              <a:t>NO NETWORK  ·  FULLY OFFLINE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0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network calls at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INT8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quantized · ~1.5 GB 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arm64-v8a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CPU 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100%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data sovereignty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PIPELINE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What we gain by implementation?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Data flow &amp; network matrix across all 5 stages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11480" y="1207008"/>
            <a:ext cx="1069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554480" y="1207008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Artifact 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200400" y="120700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Artifact 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212080" y="1207008"/>
            <a:ext cx="1755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Network?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040880" y="120700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11480" y="1435608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11480" y="1508760"/>
            <a:ext cx="8321040" cy="621792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57200" y="1728216"/>
            <a:ext cx="146304" cy="146304"/>
          </a:xfrm>
          <a:prstGeom prst="ellipse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85800" y="1581912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01 · QUANTIZE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554480" y="16550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Phi-3 fp32 weights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200400" y="165506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phi3_quantized.pte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212080" y="165506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HF pull (once)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040880" y="16550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Dev machine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2423160"/>
            <a:ext cx="146304" cy="146304"/>
          </a:xfrm>
          <a:prstGeom prst="ellipse">
            <a:avLst/>
          </a:prstGeom>
          <a:solidFill>
            <a:srgbClr val="C4A83D"/>
          </a:solidFill>
          <a:ln cap="flat" cmpd="sng" w="1270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85800" y="2276856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8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4A83D"/>
                </a:solidFill>
                <a:latin typeface="Calibri"/>
                <a:ea typeface="Calibri"/>
                <a:cs typeface="Calibri"/>
                <a:sym typeface="Calibri"/>
              </a:rPr>
              <a:t>02 · PUSH HF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554480" y="23500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phi3_quantized.pte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200400" y="23500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HF CDN 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212080" y="235000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HF upload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040880" y="235000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Cloud registry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11480" y="2898648"/>
            <a:ext cx="8321040" cy="621792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57200" y="3118104"/>
            <a:ext cx="146304" cy="146304"/>
          </a:xfrm>
          <a:prstGeom prst="ellipse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85800" y="29718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03 · BUILD APK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554480" y="3044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MainActivity.kt + HF 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200400" y="30449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app-release-signed.apk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212080" y="30449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Gradle deps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040880" y="30449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Build machine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57200" y="3813048"/>
            <a:ext cx="146304" cy="146304"/>
          </a:xfrm>
          <a:prstGeom prst="ellipse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85800" y="3666744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04 · DEPLOY APK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554480" y="373989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signed .apk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200400" y="373989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Installed app + .pte cached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212080" y="373989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First-launch DL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040880" y="373989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★ Last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11480" y="4288536"/>
            <a:ext cx="8321040" cy="621792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57200" y="4507992"/>
            <a:ext cx="146304" cy="146304"/>
          </a:xfrm>
          <a:prstGeom prst="ellipse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85800" y="4361688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05 ·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554480" y="443484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User prompt (on-device)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200400" y="44348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Response (on-device)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212080" y="44348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ZERO — offline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040880" y="4434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DATA SOVEREIGN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AGENTIC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Pipeline agents &amp; components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Each agent owns one stage of the deployment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11480" y="1234440"/>
            <a:ext cx="4160520" cy="1051560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11480" y="1234440"/>
            <a:ext cx="54864" cy="1051560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94360" y="1490472"/>
            <a:ext cx="457200" cy="457200"/>
          </a:xfrm>
          <a:prstGeom prst="ellipse">
            <a:avLst/>
          </a:prstGeom>
          <a:solidFill>
            <a:srgbClr val="3D9E85">
              <a:alpha val="14901"/>
            </a:srgbClr>
          </a:solidFill>
          <a:ln cap="flat" cmpd="sng" w="1015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15636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1197864" y="136245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Model Compressor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197864" y="1655064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LLM-driven layer analysis selects optimal INT8/FP16 or pruning strategy via torch.export + ExecuTorch. Emits a verified .pte file.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11480" y="2423160"/>
            <a:ext cx="4160520" cy="1051560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11480" y="2423160"/>
            <a:ext cx="54864" cy="1051560"/>
          </a:xfrm>
          <a:prstGeom prst="rect">
            <a:avLst/>
          </a:prstGeom>
          <a:solidFill>
            <a:srgbClr val="C4A83D"/>
          </a:solidFill>
          <a:ln cap="flat" cmpd="sng" w="1270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C4A83D">
              <a:alpha val="14901"/>
            </a:srgbClr>
          </a:solidFill>
          <a:ln cap="flat" cmpd="sng" w="1015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" y="27523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/>
          <p:nvPr/>
        </p:nvSpPr>
        <p:spPr>
          <a:xfrm>
            <a:off x="1197864" y="255117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HuggingFace Uploader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197864" y="2843784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File-watches agent output. Uploads to HF repo, polls until SHA256 checksum passes, then fires a structured handoff event.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11480" y="3611880"/>
            <a:ext cx="4160520" cy="1051560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411480" y="3611880"/>
            <a:ext cx="54864" cy="1051560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94360" y="3867912"/>
            <a:ext cx="457200" cy="457200"/>
          </a:xfrm>
          <a:prstGeom prst="ellipse">
            <a:avLst/>
          </a:prstGeom>
          <a:solidFill>
            <a:srgbClr val="C47B4A">
              <a:alpha val="14901"/>
            </a:srgbClr>
          </a:solidFill>
          <a:ln cap="flat" cmpd="sng" w="1015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" y="39410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1197864" y="373989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Android Studio Builder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197864" y="4032504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Scaffolds an Android project from a PyTorch Mobile template, injects the HF model URL, runs Gradle, and auto-fixes build errors.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846320" y="1234440"/>
            <a:ext cx="4160520" cy="1051560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846320" y="1234440"/>
            <a:ext cx="54864" cy="1051560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29200" y="1490472"/>
            <a:ext cx="457200" cy="457200"/>
          </a:xfrm>
          <a:prstGeom prst="ellipse">
            <a:avLst/>
          </a:prstGeom>
          <a:solidFill>
            <a:srgbClr val="6B63C4">
              <a:alpha val="14901"/>
            </a:srgbClr>
          </a:solidFill>
          <a:ln cap="flat" cmpd="sng" w="1015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2352" y="15636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/>
          <p:nvPr/>
        </p:nvSpPr>
        <p:spPr>
          <a:xfrm>
            <a:off x="5632704" y="136245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WiFi Bridge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5632704" y="1655064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Uses mDNS/zeroconf to discover your device, pairs via adb pair through a rich TUI. Falls back to USB automatically when wireless isn't available.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846320" y="2423160"/>
            <a:ext cx="4160520" cy="1051560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846320" y="2423160"/>
            <a:ext cx="54864" cy="1051560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5029200" y="2679192"/>
            <a:ext cx="457200" cy="457200"/>
          </a:xfrm>
          <a:prstGeom prst="ellipse">
            <a:avLst/>
          </a:prstGeom>
          <a:solidFill>
            <a:srgbClr val="3D9E85">
              <a:alpha val="14901"/>
            </a:srgbClr>
          </a:solidFill>
          <a:ln cap="flat" cmpd="sng" w="1015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02352" y="27523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5632704" y="255117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Deploy Orchestrator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5632704" y="2843784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Runs gradlew installDebug on your wireless device, tails logcat for confirmed launch, and presents the final "app is live" prompt.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1 — QUANTIZE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Export Phi-3 → ExecuTorch (.pte)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Script: export_phi3.py  ·  Target: memory-constrained Android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411480" y="1234440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11480" y="1234440"/>
            <a:ext cx="54864" cy="76809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21208" y="1399032"/>
            <a:ext cx="329184" cy="329184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21208" y="13990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60120" y="132588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Download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960120" y="158191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Fetch safetensors, tokenizer, arch files from HF. Copy tokenizer.json to output dir.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892040" y="1234440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892040" y="1234440"/>
            <a:ext cx="54864" cy="76809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5001768" y="1399032"/>
            <a:ext cx="329184" cy="329184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5001768" y="13990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5440680" y="132588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Patch config.json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440680" y="158191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Set rope_scaling → longrope, use_cache → False to make model export-safe.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11480" y="2093976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11480" y="2093976"/>
            <a:ext cx="54864" cy="76809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521208" y="2258568"/>
            <a:ext cx="329184" cy="329184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21208" y="22585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60120" y="218541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Load HF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60120" y="24414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AutoModelForCausalLM in bfloat16, attn=eager, trust_remote_code, local_files_only.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892040" y="2093976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892040" y="2093976"/>
            <a:ext cx="54864" cy="768096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001768" y="2258568"/>
            <a:ext cx="329184" cy="329184"/>
          </a:xfrm>
          <a:prstGeom prst="rect">
            <a:avLst/>
          </a:prstGeom>
          <a:solidFill>
            <a:srgbClr val="C47B4A">
              <a:alpha val="20000"/>
            </a:srgbClr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5001768" y="22585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440680" y="218541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Patch RoPE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5440680" y="24414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Remove data-dependent branch from Phi3LongRoPEScaledRotaryEmbedding — fixes Eq(u0,1) crash.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11480" y="2953512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411480" y="2953512"/>
            <a:ext cx="54864" cy="768096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521208" y="3118104"/>
            <a:ext cx="329184" cy="329184"/>
          </a:xfrm>
          <a:prstGeom prst="rect">
            <a:avLst/>
          </a:prstGeom>
          <a:solidFill>
            <a:srgbClr val="3D9E85">
              <a:alpha val="20000"/>
            </a:srgbClr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21208" y="31181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960120" y="304495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Quantize (8da4w)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960120" y="330098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Int8DynActInt4WeightQuantizer(groupsize=32) via torchao. INT4 weights + INT8 dynamic activations.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892040" y="2953512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4892040" y="2953512"/>
            <a:ext cx="54864" cy="76809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5001768" y="3118104"/>
            <a:ext cx="329184" cy="329184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5001768" y="31181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440680" y="304495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torch.export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440680" y="330098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Trace model to portable IR with dynamic seq_dim (1→512). strict=False for custom ops.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11480" y="3813048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411480" y="3813048"/>
            <a:ext cx="54864" cy="76809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21208" y="3977640"/>
            <a:ext cx="329184" cy="329184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21208" y="39776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960120" y="3904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XNNPACK delegation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960120" y="41605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to_edge_transform_and_lower → XnnpackPartitioner → ARM NEON kernels.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892040" y="3813048"/>
            <a:ext cx="4023360" cy="768096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4892040" y="3813048"/>
            <a:ext cx="54864" cy="76809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5001768" y="3977640"/>
            <a:ext cx="329184" cy="329184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5001768" y="39776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5440680" y="3904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Serialize + 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5440680" y="41605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Write FlatBuffer .pte. Runtime sanity-check: load → forward → verify output shape.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torch 2.11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torchao 0.17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executorch 1.2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~900 MB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runtime 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TECHNICAL DEEP-DIVE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Quantization (8da4w) &amp; ExecuTorch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How the model shrinks and how it runs on-chip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11480" y="1207008"/>
            <a:ext cx="4069080" cy="3611880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11480" y="1207008"/>
            <a:ext cx="4069080" cy="36576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48640" y="15910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Int8DynActInt4WeightQuantizer(groupsize=32)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94360" y="184708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Weights → INT4: 4 bits per weight, 16 possible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94360" y="226771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groupsize=32: every 32 weights share one scale factor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94360" y="268833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Activations → INT8 dynamic: computed fresh per inference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594360" y="310896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~4–5× smaller model vs BF16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594360" y="352958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Makes on-device inference feasible on &lt;4 GB RAM phones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94360" y="395020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Faster CPU throughput via XNNPACK on ARM NEON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594360" y="437083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Trade-off: small numeric precision / quality drop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663440" y="1207008"/>
            <a:ext cx="4069080" cy="3611880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4663440" y="1207008"/>
            <a:ext cx="4069080" cy="3657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4800600" y="12801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ExecuTorch &amp; XNNPACK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4800600" y="1627632"/>
            <a:ext cx="3749040" cy="475488"/>
          </a:xfrm>
          <a:prstGeom prst="rect">
            <a:avLst/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4800600" y="1627632"/>
            <a:ext cx="54864" cy="475488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4937760" y="168249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torch.export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4937760" y="188366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Portable IR — no Python runtime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6583680" y="210312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800600" y="2267712"/>
            <a:ext cx="3749040" cy="475488"/>
          </a:xfrm>
          <a:prstGeom prst="rect">
            <a:avLst/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4800600" y="2267712"/>
            <a:ext cx="54864" cy="475488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4937760" y="23225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to_edge_transform_and_lower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937760" y="252374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Edge IR + XnnpackPartitioner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583680" y="274320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4800600" y="2907792"/>
            <a:ext cx="3749040" cy="475488"/>
          </a:xfrm>
          <a:prstGeom prst="rect">
            <a:avLst/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4800600" y="2907792"/>
            <a:ext cx="54864" cy="475488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4937760" y="296265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.to_executorch()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4937760" y="316382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FlatBuffer .pte serialization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800600" y="359359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Self-contained binary: no Python, no PyTorch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800600" y="394106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Android Module.load() opens .pte directly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800600" y="428853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XNNPACK: optimised ARM NEON INT8 kernels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800600" y="463600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Final output: .pte + tokenizer.json → assets/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INT4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INT8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activations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FlatBuffer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.pte format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XNNPACK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ARM 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1 — DEMO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Run &amp; demo notes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Example command and main outputs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411480" y="1207008"/>
            <a:ext cx="8321040" cy="640080"/>
          </a:xfrm>
          <a:prstGeom prst="rect">
            <a:avLst/>
          </a:prstGeom>
          <a:solidFill>
            <a:srgbClr val="0D1117"/>
          </a:solidFill>
          <a:ln cap="flat" cmpd="sng" w="1015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594360" y="12801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HF_HUB_DISABLE_XET=1  python export_phi3.py  --model phi3  --max_seq_len 512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11480" y="1993392"/>
            <a:ext cx="2697480" cy="822960"/>
          </a:xfrm>
          <a:prstGeom prst="rect">
            <a:avLst/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11480" y="1993392"/>
            <a:ext cx="2697480" cy="36576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521208" y="208483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phi3_mini_8da4w.pte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521208" y="2359152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Serialized ExecuTorch artifact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3264408" y="1993392"/>
            <a:ext cx="2697480" cy="822960"/>
          </a:xfrm>
          <a:prstGeom prst="rect">
            <a:avLst/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3264408" y="1993392"/>
            <a:ext cx="2697480" cy="3657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3374136" y="208483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tokenizer.json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374136" y="2359152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HuggingFace tokenizer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6117336" y="1993392"/>
            <a:ext cx="2697480" cy="822960"/>
          </a:xfrm>
          <a:prstGeom prst="rect">
            <a:avLst/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6117336" y="1993392"/>
            <a:ext cx="2697480" cy="36576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6227064" y="208483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export_report.txt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6227064" y="2359152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Timing + stack summary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411480" y="297180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Tips &amp; recommended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411480" y="3337560"/>
            <a:ext cx="8321040" cy="329184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548640" y="339242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Recommended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2651760" y="339242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torch 2.11  ·  torchao 0.17  ·  executorch 1.2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411480" y="3721608"/>
            <a:ext cx="8321040" cy="329184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548640" y="377647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Faster iteration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2651760" y="3776472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Use --max_seq_len 128 to reduce export time significantly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11480" y="4105656"/>
            <a:ext cx="8321040" cy="329184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548640" y="416052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2651760" y="4160520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Copy .pte &amp; tokenizer.json into Android app assets/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411480" y="4489704"/>
            <a:ext cx="8321040" cy="329184"/>
          </a:xfrm>
          <a:prstGeom prst="rect">
            <a:avLst/>
          </a:prstGeom>
          <a:solidFill>
            <a:srgbClr val="1C2330">
              <a:alpha val="50196"/>
            </a:srgbClr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548640" y="45445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Disk space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2651760" y="4544568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Phi-3 Mini needs ≥ 8 GB free  ·  TinyLlama ~2 GB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2 — PUSH TO HF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Upload model to HuggingFace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huggingface-cli — three commands to publish your .pte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411480" y="1234440"/>
            <a:ext cx="8321040" cy="822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411480" y="1234440"/>
            <a:ext cx="54864" cy="822960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594360" y="1289304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ourier New"/>
                <a:ea typeface="Courier New"/>
                <a:cs typeface="Courier New"/>
                <a:sym typeface="Courier New"/>
              </a:rPr>
              <a:t># Authenticate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594360" y="1490472"/>
            <a:ext cx="7955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huggingface-cli 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# Paste token: Settings → Access Tokens → New (Write)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11480" y="2185416"/>
            <a:ext cx="8321040" cy="822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11480" y="2185416"/>
            <a:ext cx="54864" cy="822960"/>
          </a:xfrm>
          <a:prstGeom prst="rect">
            <a:avLst/>
          </a:prstGeom>
          <a:solidFill>
            <a:srgbClr val="C4A83D"/>
          </a:solidFill>
          <a:ln cap="flat" cmpd="sng" w="1270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594360" y="2240280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ourier New"/>
                <a:ea typeface="Courier New"/>
                <a:cs typeface="Courier New"/>
                <a:sym typeface="Courier New"/>
              </a:rPr>
              <a:t># Create repo (skip if exists)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594360" y="2441448"/>
            <a:ext cx="7955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huggingface-cli repo create phi3-mobile-model --type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11480" y="3136392"/>
            <a:ext cx="8321040" cy="822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411480" y="3136392"/>
            <a:ext cx="54864" cy="822960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594360" y="3191256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ourier New"/>
                <a:ea typeface="Courier New"/>
                <a:cs typeface="Courier New"/>
                <a:sym typeface="Courier New"/>
              </a:rPr>
              <a:t># Upload .pte model file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94360" y="3392424"/>
            <a:ext cx="7955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huggingface-cli upload akhilsalogra/phi3-mobile-model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./android_assets/phi3_mini_8da4w.pte  model.pte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11480" y="4087368"/>
            <a:ext cx="8321040" cy="822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411480" y="4087368"/>
            <a:ext cx="54864" cy="822960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594360" y="4142232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ourier New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ourier New"/>
                <a:ea typeface="Courier New"/>
                <a:cs typeface="Courier New"/>
                <a:sym typeface="Courier New"/>
              </a:rPr>
              <a:t># Upload tokenizer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594360" y="4343400"/>
            <a:ext cx="7955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huggingface-cli upload akhilsalogra/phi3-mobile-model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./android_assets/tokenizer.json  tokenizer.json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11480" y="5047488"/>
            <a:ext cx="8321040" cy="0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1C2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3 — ANDROID BUILD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Android Studio project structure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EdgeApp — ExecuTorch Kotlin app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411480" y="123444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EAF0F8"/>
                </a:solidFill>
                <a:latin typeface="Courier New"/>
                <a:ea typeface="Courier New"/>
                <a:cs typeface="Courier New"/>
                <a:sym typeface="Courier New"/>
              </a:rPr>
              <a:t>EdgeApp/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11480" y="147767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├─ build.gradle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937760" y="147767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Kotlin plugin, AGP version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11480" y="1720901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ourier New"/>
                <a:ea typeface="Courier New"/>
                <a:cs typeface="Courier New"/>
                <a:sym typeface="Courier New"/>
              </a:rPr>
              <a:t>  ├─ settings.gradle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937760" y="1720901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Module &amp; repo declarations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411480" y="1964131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ourier New"/>
                <a:ea typeface="Courier New"/>
                <a:cs typeface="Courier New"/>
                <a:sym typeface="Courier New"/>
              </a:rPr>
              <a:t>  ├─ gradle.properties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937760" y="1964131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JVM heap, flags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411480" y="220736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EAF0F8"/>
                </a:solidFill>
                <a:latin typeface="Courier New"/>
                <a:ea typeface="Courier New"/>
                <a:cs typeface="Courier New"/>
                <a:sym typeface="Courier New"/>
              </a:rPr>
              <a:t>  ├─ app/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411480" y="245059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  ├─ build.gradle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4937760" y="245059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executorch-android, coroutines, minSdk 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11480" y="269382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EAF0F8"/>
                </a:solidFill>
                <a:latin typeface="Courier New"/>
                <a:ea typeface="Courier New"/>
                <a:cs typeface="Courier New"/>
                <a:sym typeface="Courier New"/>
              </a:rPr>
              <a:t>    ├─ src/main/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411480" y="2937053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47B4A"/>
                </a:solidFill>
                <a:latin typeface="Courier New"/>
                <a:ea typeface="Courier New"/>
                <a:cs typeface="Courier New"/>
                <a:sym typeface="Courier New"/>
              </a:rPr>
              <a:t>      ├─ AndroidManifest.xml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4937760" y="2937053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INTERNET, launcher, networkSecurityConfig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411480" y="3180283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6B63C4"/>
                </a:solidFill>
                <a:latin typeface="Courier New"/>
                <a:ea typeface="Courier New"/>
                <a:cs typeface="Courier New"/>
                <a:sym typeface="Courier New"/>
              </a:rPr>
              <a:t>      ├─ java/…/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11480" y="3423514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B63C4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 MainActivity.kt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937760" y="342351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Download, cache, run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11480" y="3666744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 LlmEngine.kt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937760" y="366674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Wraps Module.load/forward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411480" y="3909974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    ├─ res/layout/activity_main.xml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937760" y="390997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TextView, EditText, Button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11480" y="4153205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47B4A"/>
                </a:solidFill>
                <a:latin typeface="Courier New"/>
                <a:ea typeface="Courier New"/>
                <a:cs typeface="Courier New"/>
                <a:sym typeface="Courier New"/>
              </a:rPr>
              <a:t>      ├─ res/xml/network_security_config.xml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937760" y="4153205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Allow HF download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11480" y="4396435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8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4A83D"/>
                </a:solidFill>
                <a:latin typeface="Courier New"/>
                <a:ea typeface="Courier New"/>
                <a:cs typeface="Courier New"/>
                <a:sym typeface="Courier New"/>
              </a:rPr>
              <a:t>      ├─ assets/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937760" y="4396435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model.pte + tokenizer.json cached here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11480" y="463966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    ├─ jniLibs/arm64-v8a/libexecutorch.so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4937760" y="463966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← Auto-extracted from AAR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9"/>
          <p:cNvCxnSpPr/>
          <p:nvPr/>
        </p:nvCxnSpPr>
        <p:spPr>
          <a:xfrm>
            <a:off x="4892040" y="1234440"/>
            <a:ext cx="0" cy="3648456"/>
          </a:xfrm>
          <a:prstGeom prst="straightConnector1">
            <a:avLst/>
          </a:prstGeom>
          <a:noFill/>
          <a:ln cap="flat" cmpd="sng" w="9525">
            <a:solidFill>
              <a:srgbClr val="2A3748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3 — MAIN ACTIVITY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MainActivity.kt —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UI + download + ExecuTorch runtime in a single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411480" y="1234440"/>
            <a:ext cx="4041648" cy="877824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411480" y="1234440"/>
            <a:ext cx="54864" cy="87782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594360" y="1325880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App lifecycle &amp; init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94360" y="1618488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SoLoader.init() loads native libs early. LlamaModule + receiver cleaned up in onDestroy().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709160" y="1234440"/>
            <a:ext cx="4041648" cy="877824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4709160" y="1234440"/>
            <a:ext cx="54864" cy="877824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892040" y="1325880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UI &amp; streaming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892040" y="1618488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RecyclerView + ChatAdapter. Controls disabled while loading. Streaming UI updates placeholder token-by-token.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11480" y="2221992"/>
            <a:ext cx="4041648" cy="877824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411480" y="2221992"/>
            <a:ext cx="54864" cy="877824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594360" y="2313432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Model &amp; tokenizer download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594360" y="2606040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Android DownloadManager fetches ~2 GB. BroadcastReceiver for ACTION_DOWNLOAD_COMPLETE. Polls progress with coroutine + ProgressBar.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709160" y="2221992"/>
            <a:ext cx="4041648" cy="877824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4709160" y="2221992"/>
            <a:ext cx="54864" cy="877824"/>
          </a:xfrm>
          <a:prstGeom prst="rect">
            <a:avLst/>
          </a:prstGeom>
          <a:solidFill>
            <a:srgbClr val="C4A83D"/>
          </a:solidFill>
          <a:ln cap="flat" cmpd="sng" w="1270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4892040" y="2313432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File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892040" y="2606040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Saves to getExternalFilesDir(DIRECTORY_DOWNLOADS) or filesDir fallback. Checks file sizes before load.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11480" y="3209544"/>
            <a:ext cx="4041648" cy="877824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411480" y="3209544"/>
            <a:ext cx="54864" cy="87782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594360" y="3300984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ExecuTorch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594360" y="3593592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LlamaModule(modelPath, tokenizerPath, TEMPERATURE) on IO dispatcher. Warm-up generate call to init kernels.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709160" y="3209544"/>
            <a:ext cx="4041648" cy="877824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709160" y="3209544"/>
            <a:ext cx="54864" cy="877824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4892040" y="3300984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Generation &amp; streaming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892040" y="3593592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Instruction-style prompt with system token. llamaModule.generate() via LlamaCallback. onStats reports tok/s.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LlamaModule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ExecuTorch Java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IO dispatcher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all heavy 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DownloadManager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first-launch DL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tok/s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throughput reported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3 — KOTLIN DETAILS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Concurrency, error handling &amp; security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Coroutines, fallbacks, and private HF token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411480" y="1234440"/>
            <a:ext cx="2724912" cy="35295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411480" y="1234440"/>
            <a:ext cx="2724912" cy="36576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548640" y="1316736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Coroutines &amp; threading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21208" y="1719072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All heavy ops: lifecycleScope.launch(Dispatchers.IO)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21208" y="2377440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UI updates: withContext(Dispatchers.Main)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21208" y="3035808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Download progress: delay() polling coroutine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521208" y="3694176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Generation runs on IO, callbacks marshal to 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291840" y="1234440"/>
            <a:ext cx="2724912" cy="35295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3291840" y="1234440"/>
            <a:ext cx="2724912" cy="36576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3429000" y="1316736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Error handling &amp; UX fallbacks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401568" y="1719072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try/catch around model init and generate()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401568" y="2377440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Friendly error messages update chat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401568" y="3035808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Missing/incomplete downloads → download message vs crash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401568" y="3694176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File size heuristic checks before loading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6172200" y="1234440"/>
            <a:ext cx="2724912" cy="3529584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6172200" y="1234440"/>
            <a:ext cx="2724912" cy="36576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6309360" y="1316736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Security &amp;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6281928" y="1719072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HF_TOKEN placeholder for private repo downloads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281928" y="2377440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Authorization header injected into requests if 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281928" y="3035808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network_security_config.xml restricts cleartext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6281928" y="3694176"/>
            <a:ext cx="2505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Model in app-private storage — not world-readable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Dispatchers.IO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background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Dispatchers.Main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UI updates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HF_TOKEN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private repo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filesDir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app-private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4 — DEPLOY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Pair &amp; deploy to Android device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Wireless ADB pairing + adb install for memory-constrained phones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411480" y="1261872"/>
            <a:ext cx="51206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411480" y="1261872"/>
            <a:ext cx="54864" cy="804672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594360" y="1444752"/>
            <a:ext cx="347472" cy="347472"/>
          </a:xfrm>
          <a:prstGeom prst="rect">
            <a:avLst/>
          </a:prstGeom>
          <a:solidFill>
            <a:srgbClr val="3D9E85">
              <a:alpha val="20000"/>
            </a:srgbClr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59436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1097280" y="135331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Enable wireless debugging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097280" y="16459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Device: Developer Options → Wireless debugging → Enable. Note the IP:port shown.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411480" y="2194560"/>
            <a:ext cx="51206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411480" y="2194560"/>
            <a:ext cx="54864" cy="804672"/>
          </a:xfrm>
          <a:prstGeom prst="rect">
            <a:avLst/>
          </a:prstGeom>
          <a:solidFill>
            <a:srgbClr val="6B63C4"/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594360" y="2377440"/>
            <a:ext cx="347472" cy="347472"/>
          </a:xfrm>
          <a:prstGeom prst="rect">
            <a:avLst/>
          </a:prstGeom>
          <a:solidFill>
            <a:srgbClr val="6B63C4">
              <a:alpha val="20000"/>
            </a:srgbClr>
          </a:solidFill>
          <a:ln cap="flat" cmpd="sng" w="12700">
            <a:solidFill>
              <a:srgbClr val="6B6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594360" y="2377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3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63C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1097280" y="228600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Open Android Studio pairing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1097280" y="25786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Android Studio → Device Manager → Pair using Wi-Fi → Pair using QR code.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11480" y="3127248"/>
            <a:ext cx="51206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411480" y="3127248"/>
            <a:ext cx="54864" cy="804672"/>
          </a:xfrm>
          <a:prstGeom prst="rect">
            <a:avLst/>
          </a:prstGeom>
          <a:solidFill>
            <a:srgbClr val="C47B4A"/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594360" y="3310128"/>
            <a:ext cx="347472" cy="347472"/>
          </a:xfrm>
          <a:prstGeom prst="rect">
            <a:avLst/>
          </a:prstGeom>
          <a:solidFill>
            <a:srgbClr val="C47B4A">
              <a:alpha val="20000"/>
            </a:srgbClr>
          </a:solidFill>
          <a:ln cap="flat" cmpd="sng" w="12700">
            <a:solidFill>
              <a:srgbClr val="C4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594360" y="33101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B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7B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097280" y="3218688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Scan QR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097280" y="351129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Device: Wireless debugging → Pair device with QR code. Scan the Studio QR code shown.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11480" y="4059936"/>
            <a:ext cx="5120640" cy="804672"/>
          </a:xfrm>
          <a:prstGeom prst="rect">
            <a:avLst/>
          </a:prstGeom>
          <a:solidFill>
            <a:srgbClr val="212B38"/>
          </a:solidFill>
          <a:ln cap="flat" cmpd="sng" w="95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411480" y="4059936"/>
            <a:ext cx="54864" cy="804672"/>
          </a:xfrm>
          <a:prstGeom prst="rect">
            <a:avLst/>
          </a:prstGeom>
          <a:solidFill>
            <a:srgbClr val="C4A83D"/>
          </a:solidFill>
          <a:ln cap="flat" cmpd="sng" w="1270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594360" y="4242816"/>
            <a:ext cx="347472" cy="347472"/>
          </a:xfrm>
          <a:prstGeom prst="rect">
            <a:avLst/>
          </a:prstGeom>
          <a:solidFill>
            <a:srgbClr val="C4A83D">
              <a:alpha val="20000"/>
            </a:srgbClr>
          </a:solidFill>
          <a:ln cap="flat" cmpd="sng" w="12700">
            <a:solidFill>
              <a:srgbClr val="C4A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594360" y="42428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A8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A8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1097280" y="4151376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Build &amp; install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1097280" y="444398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Run gradlew assembleRelease + adb install, or press Run in Android Studio.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5760720" y="1261872"/>
            <a:ext cx="2971800" cy="3383280"/>
          </a:xfrm>
          <a:prstGeom prst="rect">
            <a:avLst/>
          </a:prstGeom>
          <a:solidFill>
            <a:srgbClr val="1C233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5897880" y="137160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adb commands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5897880" y="1691640"/>
            <a:ext cx="2697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adb devices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adb install -r app-release.apk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adb shell am start \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  -n com.example.phi3edge/.MainActivity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# Check logs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3D9E85"/>
                </a:solidFill>
                <a:latin typeface="Courier New"/>
                <a:ea typeface="Courier New"/>
                <a:cs typeface="Courier New"/>
                <a:sym typeface="Courier New"/>
              </a:rPr>
              <a:t>adb logcat -s phi3edge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5760720" y="3154680"/>
            <a:ext cx="297180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5897880" y="3246120"/>
            <a:ext cx="2697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Fallback: USB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5897880" y="3493008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WiFi Bridge auto-detects USB when wireless ADB isn't available. mDNS/zeroconf device discovery included.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Android 11+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wireless ADB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Developer options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must be enabled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arm64-v8a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target ABI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adb install -r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reinstall flag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20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411480" y="548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STAGE 5 — LIVE DEMO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App running on device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First-launch download → model ready → sovereign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411480" y="1097280"/>
            <a:ext cx="8321040" cy="10973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914400" y="1188720"/>
            <a:ext cx="2651760" cy="3657600"/>
          </a:xfrm>
          <a:prstGeom prst="roundRect">
            <a:avLst>
              <a:gd fmla="val 6207" name="adj"/>
            </a:avLst>
          </a:prstGeom>
          <a:solidFill>
            <a:srgbClr val="1C2330"/>
          </a:solidFill>
          <a:ln cap="flat" cmpd="sng" w="152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1005840" y="1508760"/>
            <a:ext cx="2468880" cy="34747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1005840" y="15087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Model: 2%  |  Tokenizer: 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1078992" y="1956816"/>
            <a:ext cx="2304288" cy="109728"/>
          </a:xfrm>
          <a:prstGeom prst="rect">
            <a:avLst/>
          </a:prstGeom>
          <a:solidFill>
            <a:srgbClr val="2A374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1078992" y="1956816"/>
            <a:ext cx="54864" cy="109728"/>
          </a:xfrm>
          <a:prstGeom prst="rect">
            <a:avLst/>
          </a:prstGeom>
          <a:solidFill>
            <a:srgbClr val="3D9E85"/>
          </a:solidFill>
          <a:ln cap="flat" cmpd="sng" w="1270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1078992" y="21031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Downloading... 1%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1051560" y="3291840"/>
            <a:ext cx="2377440" cy="822960"/>
          </a:xfrm>
          <a:prstGeom prst="roundRect">
            <a:avLst>
              <a:gd fmla="val 8889" name="adj"/>
            </a:avLst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1115568" y="3346704"/>
            <a:ext cx="22494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Model not found locally.</a:t>
            </a:r>
            <a:br>
              <a:rPr b="1" i="0" lang="en-US" sz="8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Downloading Phi-3 Mini (~2.2GB)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from HuggingFace...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This only happens once.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5577840" y="1188720"/>
            <a:ext cx="2651760" cy="3657600"/>
          </a:xfrm>
          <a:prstGeom prst="roundRect">
            <a:avLst>
              <a:gd fmla="val 6207" name="adj"/>
            </a:avLst>
          </a:prstGeom>
          <a:solidFill>
            <a:srgbClr val="1C2330"/>
          </a:solidFill>
          <a:ln cap="flat" cmpd="sng" w="15225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5669280" y="1508760"/>
            <a:ext cx="2468880" cy="34747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5669280" y="15087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F0F8"/>
                </a:solidFill>
                <a:latin typeface="Calibri"/>
                <a:ea typeface="Calibri"/>
                <a:cs typeface="Calibri"/>
                <a:sym typeface="Calibri"/>
              </a:rPr>
              <a:t>EdgeApp — Phi-3 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5669280" y="1947672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✓  Phi-3 Mini 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5833872" y="3493008"/>
            <a:ext cx="2139696" cy="420624"/>
          </a:xfrm>
          <a:prstGeom prst="roundRect">
            <a:avLst>
              <a:gd fmla="val 13043" name="adj"/>
            </a:avLst>
          </a:prstGeom>
          <a:solidFill>
            <a:srgbClr val="212B38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5833872" y="3511296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Model loaded. Ask me anything!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13"/>
          <p:cNvCxnSpPr/>
          <p:nvPr/>
        </p:nvCxnSpPr>
        <p:spPr>
          <a:xfrm>
            <a:off x="3584448" y="3017520"/>
            <a:ext cx="1975104" cy="0"/>
          </a:xfrm>
          <a:prstGeom prst="straightConnector1">
            <a:avLst/>
          </a:prstGeom>
          <a:noFill/>
          <a:ln cap="flat" cmpd="sng" w="19050">
            <a:solidFill>
              <a:srgbClr val="3D9E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3"/>
          <p:cNvSpPr/>
          <p:nvPr/>
        </p:nvSpPr>
        <p:spPr>
          <a:xfrm>
            <a:off x="4407408" y="2862072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3383280" y="32552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First-launch download complete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3291840" y="4434840"/>
            <a:ext cx="2560320" cy="320040"/>
          </a:xfrm>
          <a:prstGeom prst="rect">
            <a:avLst/>
          </a:prstGeom>
          <a:solidFill>
            <a:srgbClr val="1A1010"/>
          </a:solidFill>
          <a:ln cap="flat" cmpd="sng" w="12700">
            <a:solidFill>
              <a:srgbClr val="8B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3291840" y="443941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07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7070"/>
                </a:solidFill>
                <a:latin typeface="Calibri"/>
                <a:ea typeface="Calibri"/>
                <a:cs typeface="Calibri"/>
                <a:sym typeface="Calibri"/>
              </a:rPr>
              <a:t>ALL INFERENCE OFFLINE  ·  DATA SOVEREIGN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E3D50"/>
          </a:solidFill>
          <a:ln cap="flat" cmpd="sng" w="12700">
            <a:solidFill>
              <a:srgbClr val="2A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182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~2.2 GB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one-time download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2468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0 calls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after first launch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4754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Airplane mode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fully functional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7040880" y="49149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E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D9E85"/>
                </a:solidFill>
                <a:latin typeface="Calibri"/>
                <a:ea typeface="Calibri"/>
                <a:cs typeface="Calibri"/>
                <a:sym typeface="Calibri"/>
              </a:rPr>
              <a:t>Phi-3 Mini  </a:t>
            </a: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ready on device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2026-04-08T15:50:51Z</dcterms:created>
  <dc:creator>PptxGenJS</dc:creator>
</cp:coreProperties>
</file>